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b1c07542-67f8-30b1-b8a0-dadb83ea0d7d}">
          <p14:sldIdLst>
            <p14:sldId id="256"/>
            <p14:sldId id="257"/>
          </p14:sldIdLst>
        </p14:section>
        <p14:section name="Partie 1" id="{2b0b1b6d-48c2-ba11-f5a7-41d2d8cdb3c0}">
          <p14:sldIdLst>
            <p14:sldId id="258"/>
            <p14:sldId id="259"/>
            <p14:sldId id="260"/>
            <p14:sldId id="261"/>
            <p14:sldId id="262"/>
          </p14:sldIdLst>
        </p14:section>
        <p14:section name="Clôture" id="{a16a3645-f3e1-8ac3-eca3-d20009e40349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titre : fond bleu nuit, médaillon couleur à droite. Remplacer les textes entre crochets.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Intercalaire : fond orange, texte bleu nuit (contraste 4,7 : 1), logo blanc.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R Tit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3R/assets/logos/01_principal/png/3R_principal_couleur_1024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754"/>
            <a:ext cx="2011680" cy="2215991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SURTITRE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600200"/>
            <a:ext cx="5394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Titre de la présentation</a:t>
            </a: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200400"/>
            <a:ext cx="51206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Instance · lieu · date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R Intercalair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3R/assets/logos/03_blanc/png/3R_blanc_1024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548640"/>
            <a:ext cx="1371600" cy="1510903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defRPr>
            </a:lvl1pPr>
          </a:lstStyle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423160"/>
            <a:ext cx="5852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Titre de la partie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R Titre seu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3R/assets/logos/05_miniature/png/3R_cimier_orange_1024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9452"/>
            <a:ext cx="384048" cy="2070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7137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Rassemblement des Républicains Réformateurs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Titre de la diapositive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137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R Titre et text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3R/assets/logos/05_miniature/png/3R_cimier_orange_1024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9452"/>
            <a:ext cx="384048" cy="2070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7137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Rassemblement des Républicains Réformateurs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Titre de la diapositive</a:t>
            </a:r>
            <a:endParaRPr lang="en-US" sz="2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234440"/>
            <a:ext cx="804672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Texte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137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R Citation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3R/assets/logos/05_miniature/png/3R_cimier_orange_1024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9452"/>
            <a:ext cx="384048" cy="2070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7137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Rassemblement des Républicains Réformateurs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chemeClr val="accent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«</a:t>
            </a:r>
            <a:endParaRPr lang="en-US" sz="8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325880"/>
            <a:ext cx="6949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i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defRPr>
            </a:lvl1pPr>
          </a:lstStyle>
          <a:p>
            <a:pPr indent="0" marL="0">
              <a:buNone/>
            </a:pPr>
            <a:r>
              <a:rPr lang="en-US" sz="2600" i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Citation</a:t>
            </a:r>
            <a:endParaRPr lang="en-US" sz="26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3520440"/>
            <a:ext cx="6949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Prénom NOM, fonction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137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R F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3R/assets/logos/01_principal/png/3R_principal_couleur_1024p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502920"/>
            <a:ext cx="1737360" cy="1913811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chemeClr val="bg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Merci de votre attention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375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3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Contact</a:t>
            </a:r>
            <a:endParaRPr lang="en-US" sz="13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137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RÉUNION INSTITUTIONNELLE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6002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[Titre de la présentation]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200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[Instance] · [Lieu] · [Date]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Ordre du jour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23444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[Ouverture de la séance]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[Point n° 2]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[Point n° 3]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Questions diverses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137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42316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[Titre de la partie]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Chiffres clés</a:t>
            </a:r>
            <a:endParaRPr lang="en-US" sz="2600" dirty="0"/>
          </a:p>
        </p:txBody>
      </p:sp>
      <p:sp>
        <p:nvSpPr>
          <p:cNvPr id="3" name="kpi-fond-1"/>
          <p:cNvSpPr/>
          <p:nvPr/>
        </p:nvSpPr>
        <p:spPr>
          <a:xfrm>
            <a:off x="548640" y="1463040"/>
            <a:ext cx="180594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kpi-valeur-1"/>
          <p:cNvSpPr txBox="1"/>
          <p:nvPr/>
        </p:nvSpPr>
        <p:spPr>
          <a:xfrm>
            <a:off x="731520" y="1645920"/>
            <a:ext cx="14401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[000]</a:t>
            </a:r>
            <a:endParaRPr lang="en-US" sz="4000" dirty="0"/>
          </a:p>
        </p:txBody>
      </p:sp>
      <p:sp>
        <p:nvSpPr>
          <p:cNvPr id="5" name="kpi-libelle-1"/>
          <p:cNvSpPr txBox="1"/>
          <p:nvPr/>
        </p:nvSpPr>
        <p:spPr>
          <a:xfrm>
            <a:off x="731520" y="251460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adhérents</a:t>
            </a:r>
            <a:endParaRPr lang="en-US" sz="1400" dirty="0"/>
          </a:p>
        </p:txBody>
      </p:sp>
      <p:sp>
        <p:nvSpPr>
          <p:cNvPr id="6" name="kpi-fond-2"/>
          <p:cNvSpPr/>
          <p:nvPr/>
        </p:nvSpPr>
        <p:spPr>
          <a:xfrm>
            <a:off x="2628900" y="1463040"/>
            <a:ext cx="180594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kpi-valeur-2"/>
          <p:cNvSpPr txBox="1"/>
          <p:nvPr/>
        </p:nvSpPr>
        <p:spPr>
          <a:xfrm>
            <a:off x="2811780" y="1645920"/>
            <a:ext cx="14401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[00]</a:t>
            </a:r>
            <a:endParaRPr lang="en-US" sz="4000" dirty="0"/>
          </a:p>
        </p:txBody>
      </p:sp>
      <p:sp>
        <p:nvSpPr>
          <p:cNvPr id="8" name="kpi-libelle-2"/>
          <p:cNvSpPr txBox="1"/>
          <p:nvPr/>
        </p:nvSpPr>
        <p:spPr>
          <a:xfrm>
            <a:off x="2811780" y="251460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fédérations</a:t>
            </a:r>
            <a:endParaRPr lang="en-US" sz="1400" dirty="0"/>
          </a:p>
        </p:txBody>
      </p:sp>
      <p:sp>
        <p:nvSpPr>
          <p:cNvPr id="9" name="kpi-fond-3"/>
          <p:cNvSpPr/>
          <p:nvPr/>
        </p:nvSpPr>
        <p:spPr>
          <a:xfrm>
            <a:off x="4709160" y="1463040"/>
            <a:ext cx="180594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kpi-valeur-3"/>
          <p:cNvSpPr txBox="1"/>
          <p:nvPr/>
        </p:nvSpPr>
        <p:spPr>
          <a:xfrm>
            <a:off x="4892040" y="1645920"/>
            <a:ext cx="14401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[000]</a:t>
            </a:r>
            <a:endParaRPr lang="en-US" sz="4000" dirty="0"/>
          </a:p>
        </p:txBody>
      </p:sp>
      <p:sp>
        <p:nvSpPr>
          <p:cNvPr id="11" name="kpi-libelle-3"/>
          <p:cNvSpPr txBox="1"/>
          <p:nvPr/>
        </p:nvSpPr>
        <p:spPr>
          <a:xfrm>
            <a:off x="4892040" y="251460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réunions</a:t>
            </a:r>
            <a:endParaRPr lang="en-US" sz="1400" dirty="0"/>
          </a:p>
        </p:txBody>
      </p:sp>
      <p:sp>
        <p:nvSpPr>
          <p:cNvPr id="12" name="kpi-fond-4"/>
          <p:cNvSpPr/>
          <p:nvPr/>
        </p:nvSpPr>
        <p:spPr>
          <a:xfrm>
            <a:off x="6789420" y="1463040"/>
            <a:ext cx="180594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kpi-valeur-4"/>
          <p:cNvSpPr txBox="1"/>
          <p:nvPr/>
        </p:nvSpPr>
        <p:spPr>
          <a:xfrm>
            <a:off x="6972300" y="1645920"/>
            <a:ext cx="14401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[00]</a:t>
            </a:r>
            <a:endParaRPr lang="en-US" sz="4000" dirty="0"/>
          </a:p>
        </p:txBody>
      </p:sp>
      <p:sp>
        <p:nvSpPr>
          <p:cNvPr id="14" name="kpi-libelle-4"/>
          <p:cNvSpPr txBox="1"/>
          <p:nvPr/>
        </p:nvSpPr>
        <p:spPr>
          <a:xfrm>
            <a:off x="6972300" y="251460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élus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[Source et date des chiffres]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137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Deux colonnes</a:t>
            </a:r>
            <a:endParaRPr lang="en-US" sz="2600" dirty="0"/>
          </a:p>
        </p:txBody>
      </p:sp>
      <p:sp>
        <p:nvSpPr>
          <p:cNvPr id="3" name="pastille-1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[Intitulé de gauche]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[Texte de la colonne de gauche : deux à quatre lignes.]</a:t>
            </a:r>
            <a:endParaRPr lang="en-US" sz="1500" dirty="0"/>
          </a:p>
        </p:txBody>
      </p:sp>
      <p:sp>
        <p:nvSpPr>
          <p:cNvPr id="7" name="pastille-2"/>
          <p:cNvSpPr/>
          <p:nvPr/>
        </p:nvSpPr>
        <p:spPr>
          <a:xfrm>
            <a:off x="480060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006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9202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[Intitulé de droite]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37744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[Texte de la colonne de droite : deux à quatre lignes.]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137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Calendrier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874520"/>
            <a:ext cx="76809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73736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[jj/mm]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[Étape 1]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[Description courte]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737360"/>
            <a:ext cx="274320" cy="2743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[jj/mm]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[Étape 2]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[Description courte]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737360"/>
            <a:ext cx="274320" cy="2743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[jj/mm]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[Étape 3]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[Description courte]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1737360"/>
            <a:ext cx="274320" cy="2743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[jj/mm]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[Étape 4]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[Description courte]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137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132588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tx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[Citation du responsable, une à trois lignes.]</a:t>
            </a:r>
            <a:endParaRPr lang="en-US" sz="26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548640" y="3520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[Prénom NOM], [fonction]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137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Libre Caslon Text" pitchFamily="34" charset="0"/>
                <a:ea typeface="Libre Caslon Text" pitchFamily="34" charset="-122"/>
                <a:cs typeface="Libre Caslon Text" pitchFamily="34" charset="-120"/>
              </a:rPr>
              <a:t>Merci de votre attention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337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[Prénom NOM] · [fonction] · [contact@site-du-parti] · [site-du-parti]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R Rassemblement des Républicains Réformateurs">
  <a:themeElements>
    <a:clrScheme name="3R Rassemblement des Républicains Réformateurs">
      <a:dk1>
        <a:srgbClr val="1D2B4F"/>
      </a:dk1>
      <a:lt1>
        <a:srgbClr val="FFFFFF"/>
      </a:lt1>
      <a:dk2>
        <a:srgbClr val="1D2B4F"/>
      </a:dk2>
      <a:lt2>
        <a:srgbClr val="F4EFEA"/>
      </a:lt2>
      <a:accent1>
        <a:srgbClr val="FE6501"/>
      </a:accent1>
      <a:accent2>
        <a:srgbClr val="1D2B4F"/>
      </a:accent2>
      <a:accent3>
        <a:srgbClr val="C24A00"/>
      </a:accent3>
      <a:accent4>
        <a:srgbClr val="2E4170"/>
      </a:accent4>
      <a:accent5>
        <a:srgbClr val="4A5672"/>
      </a:accent5>
      <a:accent6>
        <a:srgbClr val="E4DDD4"/>
      </a:accent6>
      <a:hlink>
        <a:srgbClr val="C24A00"/>
      </a:hlink>
      <a:folHlink>
        <a:srgbClr val="4A5672"/>
      </a:folHlink>
    </a:clrScheme>
    <a:fontScheme name="3R Rassemblement des Républicains Réformateurs">
      <a:majorFont>
        <a:latin typeface="Libre Caslon T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Rassemblement des Républicains Réformateurs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 de présentation 3R</dc:title>
  <dc:subject>PptxGenJS Presentation</dc:subject>
  <dc:creator>Rassemblement des Républicains Réformateurs</dc:creator>
  <cp:lastModifiedBy>Rassemblement des Républicains Réformateurs</cp:lastModifiedBy>
  <cp:revision>1</cp:revision>
  <dcterms:created xsi:type="dcterms:W3CDTF">2026-10-10T17:26:06Z</dcterms:created>
  <dcterms:modified xsi:type="dcterms:W3CDTF">2026-10-10T17:26:06Z</dcterms:modified>
</cp:coreProperties>
</file>